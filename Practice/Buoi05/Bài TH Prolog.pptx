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7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AD04F-EE66-4D15-8425-084C864824DD}" type="datetimeFigureOut">
              <a:rPr lang="en-US" smtClean="0"/>
              <a:pPr/>
              <a:t>3/11/2017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A63FD-0EE2-4E73-8583-E5532716C9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Thực hành Prolog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621AC5-1BAF-4863-8E1D-094AA82BE5CD}" type="slidenum">
              <a:rPr lang="fr-FR" altLang="en-US" smtClean="0"/>
              <a:pPr/>
              <a:t>2</a:t>
            </a:fld>
            <a:endParaRPr lang="fr-FR" altLang="en-US" smtClean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smtClean="0"/>
              <a:t>Bài tập 1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4721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smtClean="0"/>
              <a:t>Cho quan hệ cha mẹ (parent) được định nghĩa như sau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500" smtClean="0"/>
              <a:t>parent(an, hung).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500" smtClean="0"/>
              <a:t>parent(thuy,hung).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500" smtClean="0"/>
              <a:t>parent(linh,an).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500" smtClean="0"/>
              <a:t>parent(le,linh).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500" smtClean="0"/>
              <a:t>parent(anh,thuy).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500" smtClean="0"/>
              <a:t>parent(ngoc,le).</a:t>
            </a:r>
          </a:p>
          <a:p>
            <a:pPr lvl="1" eaLnBrk="1" hangingPunct="1">
              <a:lnSpc>
                <a:spcPct val="90000"/>
              </a:lnSpc>
            </a:pPr>
            <a:r>
              <a:rPr lang="fr-FR" smtClean="0"/>
              <a:t>Hãy định nghĩa quan hệ tổ tiên (ancestor) bằng cách sử dụng quan hệ parent.</a:t>
            </a:r>
          </a:p>
          <a:p>
            <a:pPr lvl="2" eaLnBrk="1" hangingPunct="1">
              <a:lnSpc>
                <a:spcPct val="90000"/>
              </a:lnSpc>
            </a:pPr>
            <a:r>
              <a:rPr lang="fr-FR" smtClean="0"/>
              <a:t>X là tổ tiên của Y nếu X là cha hay mẹ của Y</a:t>
            </a:r>
          </a:p>
          <a:p>
            <a:pPr lvl="2" eaLnBrk="1" hangingPunct="1">
              <a:lnSpc>
                <a:spcPct val="90000"/>
              </a:lnSpc>
            </a:pPr>
            <a:r>
              <a:rPr lang="fr-FR" smtClean="0"/>
              <a:t>X là tổ tiên của Y nếu X là cha hay mẹ của Z và Z là cha hay mẹ của 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DBE138-638C-4962-8138-3ADBF908B680}" type="slidenum">
              <a:rPr lang="fr-FR" altLang="en-US" smtClean="0"/>
              <a:pPr/>
              <a:t>3</a:t>
            </a:fld>
            <a:endParaRPr lang="fr-FR" altLang="en-US" smtClean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smtClean="0"/>
              <a:t>Bài tập 2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fr-FR" sz="2600" smtClean="0"/>
              <a:t>Dê là động vật ăn cỏ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sz="2600" smtClean="0"/>
              <a:t>Chó sói là động vật hung dữ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sz="2600" smtClean="0"/>
              <a:t>Động vật hung dữ là động vật ăn thịt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sz="2600" smtClean="0"/>
              <a:t>Động vật ăn thịt thì ăn thịt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sz="2600" smtClean="0"/>
              <a:t>Động vật ăn cỏ thì ăn cỏ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sz="2600" smtClean="0"/>
              <a:t>Động vật ăn thịt thì ăn các động vật ăn cỏ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sz="2600" smtClean="0"/>
              <a:t>Động vật ăn thịt và động vật ăn cỏ đều uống nước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sz="2600" smtClean="0"/>
              <a:t>Một động vật tiêu thụ cái mà nó uống hoặc cái mà nó ăn</a:t>
            </a:r>
          </a:p>
          <a:p>
            <a:pPr eaLnBrk="1" hangingPunct="1"/>
            <a:r>
              <a:rPr lang="fr-FR" sz="2600" smtClean="0"/>
              <a:t>Câu hỏi có động vật hung dữ không và nó tiêu thụ cái gì?</a:t>
            </a:r>
          </a:p>
          <a:p>
            <a:pPr eaLnBrk="1" hangingPunct="1"/>
            <a:r>
              <a:rPr lang="fr-FR" sz="2600" smtClean="0"/>
              <a:t>Xác định các luật và sự kiện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70E374-44F2-40A2-86CA-C320A114A50F}" type="slidenum">
              <a:rPr lang="fr-FR" altLang="en-US" smtClean="0"/>
              <a:pPr/>
              <a:t>4</a:t>
            </a:fld>
            <a:endParaRPr lang="fr-FR" altLang="en-US" smtClean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smtClean="0"/>
              <a:t>Bài tập 2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loại_an_co(de).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loai_hung_du(chosoi).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loai_an_thit(X):- loai_hung_du(X).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an(X,thit):- loai_an_thit(X).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an(X,co):- loai_an_co(X).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an(X,Y):- loai_an_thi(X),loai_an_co(Y).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uong(X,nuoc):- loai_an_thit(X).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uong(X,nuoc):- loai_an_co(X).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tieu_thu(X,Y):- uong(X,Y).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tieu_thu(X,Y):- an(X,Y).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FR" sz="2600" smtClean="0"/>
              <a:t>Goal: loai_hung_du(X),tieu_thu(X,Y)?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3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prolog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1 </a:t>
            </a:r>
            <a:r>
              <a:rPr lang="en-US" dirty="0" err="1" smtClean="0"/>
              <a:t>tới</a:t>
            </a:r>
            <a:r>
              <a:rPr lang="en-US" dirty="0" smtClean="0"/>
              <a:t> N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đây</a:t>
            </a:r>
            <a:r>
              <a:rPr lang="en-US" dirty="0" smtClean="0"/>
              <a:t>:</a:t>
            </a:r>
            <a:endParaRPr lang="en-GB" dirty="0" smtClean="0"/>
          </a:p>
          <a:p>
            <a:pPr lvl="1"/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sum(N, SN) </a:t>
            </a:r>
            <a:r>
              <a:rPr lang="en-US" dirty="0" err="1" smtClean="0"/>
              <a:t>với</a:t>
            </a:r>
            <a:r>
              <a:rPr lang="en-US" dirty="0" smtClean="0"/>
              <a:t> N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, SN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1 </a:t>
            </a:r>
            <a:r>
              <a:rPr lang="en-US" dirty="0" err="1" smtClean="0"/>
              <a:t>đến</a:t>
            </a:r>
            <a:r>
              <a:rPr lang="en-US" dirty="0" smtClean="0"/>
              <a:t> N;</a:t>
            </a:r>
            <a:endParaRPr lang="en-GB" dirty="0" smtClean="0"/>
          </a:p>
          <a:p>
            <a:pPr lvl="1"/>
            <a:r>
              <a:rPr lang="en-US" dirty="0" err="1" smtClean="0"/>
              <a:t>Nhập</a:t>
            </a:r>
            <a:r>
              <a:rPr lang="en-US" dirty="0" smtClean="0"/>
              <a:t> N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bàn</a:t>
            </a:r>
            <a:r>
              <a:rPr lang="en-US" dirty="0" smtClean="0"/>
              <a:t> </a:t>
            </a:r>
            <a:r>
              <a:rPr lang="en-US" dirty="0" err="1" smtClean="0"/>
              <a:t>phím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in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SN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/>
              <a:t>Viết</a:t>
            </a:r>
            <a:r>
              <a:rPr lang="en-US" sz="2400" dirty="0"/>
              <a:t> </a:t>
            </a: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prolog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 smtClean="0"/>
              <a:t>lẻ</a:t>
            </a:r>
            <a:r>
              <a:rPr lang="en-US" sz="2400" dirty="0" smtClean="0"/>
              <a:t> </a:t>
            </a:r>
            <a:r>
              <a:rPr lang="en-US" sz="2400" dirty="0" err="1" smtClean="0"/>
              <a:t>từ</a:t>
            </a:r>
            <a:r>
              <a:rPr lang="en-US" sz="2400" dirty="0" smtClean="0"/>
              <a:t> </a:t>
            </a:r>
            <a:r>
              <a:rPr lang="en-US" sz="2400" dirty="0"/>
              <a:t>1 </a:t>
            </a:r>
            <a:r>
              <a:rPr lang="en-US" sz="2400" dirty="0" err="1"/>
              <a:t>tới</a:t>
            </a:r>
            <a:r>
              <a:rPr lang="en-US" sz="2400" dirty="0"/>
              <a:t> N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đây</a:t>
            </a:r>
            <a:r>
              <a:rPr lang="en-US" sz="2400" dirty="0"/>
              <a:t>:</a:t>
            </a:r>
            <a:endParaRPr lang="en-GB" sz="2400" dirty="0"/>
          </a:p>
          <a:p>
            <a:pPr lvl="1"/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 </a:t>
            </a:r>
            <a:r>
              <a:rPr lang="en-US" sz="2400" dirty="0" err="1" smtClean="0"/>
              <a:t>Tongle</a:t>
            </a:r>
            <a:r>
              <a:rPr lang="en-US" sz="2400" dirty="0" smtClean="0"/>
              <a:t>(N</a:t>
            </a:r>
            <a:r>
              <a:rPr lang="en-US" sz="2400" dirty="0"/>
              <a:t>, SN) </a:t>
            </a:r>
            <a:r>
              <a:rPr lang="en-US" sz="2400" dirty="0" err="1"/>
              <a:t>với</a:t>
            </a:r>
            <a:r>
              <a:rPr lang="en-US" sz="2400" dirty="0"/>
              <a:t> N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lẻ</a:t>
            </a:r>
            <a:r>
              <a:rPr lang="en-US" sz="2400" dirty="0" smtClean="0"/>
              <a:t>, </a:t>
            </a:r>
            <a:r>
              <a:rPr lang="en-US" sz="2400" dirty="0"/>
              <a:t>SN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 smtClean="0"/>
              <a:t>lẻ</a:t>
            </a:r>
            <a:r>
              <a:rPr lang="en-US" sz="2400" dirty="0" smtClean="0"/>
              <a:t> </a:t>
            </a:r>
            <a:r>
              <a:rPr lang="en-US" sz="2400" dirty="0" err="1" smtClean="0"/>
              <a:t>từ</a:t>
            </a:r>
            <a:r>
              <a:rPr lang="en-US" sz="2400" dirty="0" smtClean="0"/>
              <a:t> </a:t>
            </a:r>
            <a:r>
              <a:rPr lang="en-US" sz="2400" dirty="0"/>
              <a:t>1 </a:t>
            </a:r>
            <a:r>
              <a:rPr lang="en-US" sz="2400" dirty="0" err="1"/>
              <a:t>đến</a:t>
            </a:r>
            <a:r>
              <a:rPr lang="en-US" sz="2400" dirty="0"/>
              <a:t> N</a:t>
            </a:r>
            <a:r>
              <a:rPr lang="en-US" sz="2400" dirty="0" smtClean="0"/>
              <a:t>;</a:t>
            </a:r>
          </a:p>
          <a:p>
            <a:pPr marL="457200" lvl="1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Tongle</a:t>
            </a:r>
            <a:r>
              <a:rPr lang="en-US" sz="2400" dirty="0" smtClean="0"/>
              <a:t>(1,1):-!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</a:t>
            </a:r>
            <a:r>
              <a:rPr lang="en-US" sz="2400" dirty="0" err="1" smtClean="0"/>
              <a:t>Tongle</a:t>
            </a:r>
            <a:r>
              <a:rPr lang="en-US" sz="2400" dirty="0" smtClean="0"/>
              <a:t>(SN,N):- N&gt;2, N1=N-1, </a:t>
            </a:r>
            <a:r>
              <a:rPr lang="en-US" sz="2400" dirty="0" err="1" smtClean="0"/>
              <a:t>Tongle</a:t>
            </a:r>
            <a:r>
              <a:rPr lang="en-US" sz="2400" dirty="0" smtClean="0"/>
              <a:t>(SN1,N1), SN=SN1+N</a:t>
            </a:r>
            <a:endParaRPr lang="en-US" sz="2400" dirty="0" smtClean="0"/>
          </a:p>
          <a:p>
            <a:pPr lvl="1"/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 </a:t>
            </a:r>
            <a:r>
              <a:rPr lang="en-US" sz="2400" dirty="0" smtClean="0"/>
              <a:t>Tong(N</a:t>
            </a:r>
            <a:r>
              <a:rPr lang="en-US" sz="2400" dirty="0"/>
              <a:t>, SN)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smtClean="0"/>
              <a:t>N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nhập</a:t>
            </a:r>
            <a:r>
              <a:rPr lang="en-US" sz="2400" dirty="0" smtClean="0"/>
              <a:t> </a:t>
            </a:r>
            <a:r>
              <a:rPr lang="en-US" sz="2400" dirty="0" err="1" smtClean="0"/>
              <a:t>từ</a:t>
            </a:r>
            <a:r>
              <a:rPr lang="en-US" sz="2400" dirty="0" smtClean="0"/>
              <a:t> </a:t>
            </a:r>
            <a:r>
              <a:rPr lang="en-US" sz="2400" dirty="0" err="1" smtClean="0"/>
              <a:t>bàn</a:t>
            </a:r>
            <a:r>
              <a:rPr lang="en-US" sz="2400" dirty="0" smtClean="0"/>
              <a:t> </a:t>
            </a:r>
            <a:r>
              <a:rPr lang="en-US" sz="2400" dirty="0" err="1" smtClean="0"/>
              <a:t>phím</a:t>
            </a:r>
            <a:r>
              <a:rPr lang="en-US" sz="2400" dirty="0" smtClean="0"/>
              <a:t>, </a:t>
            </a:r>
            <a:r>
              <a:rPr lang="en-US" sz="2400" dirty="0"/>
              <a:t>SN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 smtClean="0"/>
              <a:t>lẻ</a:t>
            </a:r>
            <a:r>
              <a:rPr lang="en-US" sz="2400" dirty="0" smtClean="0"/>
              <a:t>;</a:t>
            </a: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 smtClean="0"/>
              <a:t>   </a:t>
            </a:r>
            <a:r>
              <a:rPr lang="en-US" sz="2400" dirty="0" smtClean="0"/>
              <a:t>Tong(SN,N):- </a:t>
            </a:r>
            <a:r>
              <a:rPr lang="da-DK" sz="2400" dirty="0"/>
              <a:t>N</a:t>
            </a:r>
            <a:r>
              <a:rPr lang="da-DK" sz="2400" dirty="0" smtClean="0"/>
              <a:t> </a:t>
            </a:r>
            <a:r>
              <a:rPr lang="da-DK" sz="2400" dirty="0"/>
              <a:t>mod 2 = 0, </a:t>
            </a:r>
            <a:r>
              <a:rPr lang="da-DK" sz="2400" dirty="0" smtClean="0"/>
              <a:t>N&gt;=</a:t>
            </a:r>
            <a:r>
              <a:rPr lang="da-DK" sz="2400" dirty="0"/>
              <a:t>2, </a:t>
            </a:r>
            <a:r>
              <a:rPr lang="da-DK" sz="2400" dirty="0" smtClean="0"/>
              <a:t>N1=N-1</a:t>
            </a:r>
            <a:r>
              <a:rPr lang="da-DK" sz="2400" dirty="0"/>
              <a:t>, </a:t>
            </a:r>
            <a:r>
              <a:rPr lang="da-DK" sz="2400" dirty="0" smtClean="0"/>
              <a:t>Tongle(SN,N).</a:t>
            </a:r>
            <a:endParaRPr lang="da-DK" sz="2400" dirty="0" smtClean="0"/>
          </a:p>
          <a:p>
            <a:pPr marL="457200" lvl="1" indent="0">
              <a:buNone/>
            </a:pPr>
            <a:r>
              <a:rPr lang="es-ES" sz="2400" dirty="0" smtClean="0"/>
              <a:t>   </a:t>
            </a:r>
            <a:r>
              <a:rPr lang="es-ES" sz="2400" dirty="0" err="1" smtClean="0"/>
              <a:t>Tong</a:t>
            </a:r>
            <a:r>
              <a:rPr lang="es-ES" sz="2400" dirty="0" smtClean="0"/>
              <a:t>(SN,N):- </a:t>
            </a:r>
            <a:r>
              <a:rPr lang="es-ES" sz="2400" dirty="0"/>
              <a:t>N</a:t>
            </a:r>
            <a:r>
              <a:rPr lang="es-ES" sz="2400" dirty="0" smtClean="0"/>
              <a:t> </a:t>
            </a:r>
            <a:r>
              <a:rPr lang="es-ES" sz="2400" dirty="0" err="1"/>
              <a:t>mod</a:t>
            </a:r>
            <a:r>
              <a:rPr lang="es-ES" sz="2400" dirty="0"/>
              <a:t> 2 &lt;&gt; 0, </a:t>
            </a:r>
            <a:r>
              <a:rPr lang="es-ES" sz="2400" dirty="0" smtClean="0"/>
              <a:t>N&gt;2</a:t>
            </a:r>
            <a:r>
              <a:rPr lang="es-ES" sz="2400" dirty="0"/>
              <a:t>, </a:t>
            </a:r>
            <a:r>
              <a:rPr lang="es-ES" sz="2400" dirty="0" err="1" smtClean="0"/>
              <a:t>Tongle</a:t>
            </a:r>
            <a:r>
              <a:rPr lang="es-ES" sz="2400" dirty="0" smtClean="0"/>
              <a:t>(SN,N)</a:t>
            </a:r>
            <a:endParaRPr lang="en-GB" sz="2400" dirty="0" smtClean="0"/>
          </a:p>
          <a:p>
            <a:pPr lvl="1"/>
            <a:r>
              <a:rPr lang="en-US" sz="2400" dirty="0" err="1" smtClean="0"/>
              <a:t>Nhập</a:t>
            </a:r>
            <a:r>
              <a:rPr lang="en-US" sz="2400" dirty="0" smtClean="0"/>
              <a:t> N </a:t>
            </a:r>
            <a:r>
              <a:rPr lang="en-US" sz="2400" dirty="0" err="1" smtClean="0"/>
              <a:t>từ</a:t>
            </a:r>
            <a:r>
              <a:rPr lang="en-US" sz="2400" dirty="0" smtClean="0"/>
              <a:t> </a:t>
            </a:r>
            <a:r>
              <a:rPr lang="en-US" sz="2400" dirty="0" err="1" smtClean="0"/>
              <a:t>bàn</a:t>
            </a:r>
            <a:r>
              <a:rPr lang="en-US" sz="2400" dirty="0" smtClean="0"/>
              <a:t> </a:t>
            </a:r>
            <a:r>
              <a:rPr lang="en-US" sz="2400" dirty="0" err="1" smtClean="0"/>
              <a:t>phím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in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màn</a:t>
            </a:r>
            <a:r>
              <a:rPr lang="en-US" sz="2400" dirty="0" smtClean="0"/>
              <a:t> </a:t>
            </a:r>
            <a:r>
              <a:rPr lang="en-US" sz="2400" dirty="0" err="1" smtClean="0"/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SN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2228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 err="1"/>
              <a:t>Viết</a:t>
            </a:r>
            <a:r>
              <a:rPr lang="en-US" sz="2400" dirty="0"/>
              <a:t> </a:t>
            </a: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prolog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 smtClean="0"/>
              <a:t>chẵn</a:t>
            </a:r>
            <a:r>
              <a:rPr lang="en-US" sz="2400" dirty="0" smtClean="0"/>
              <a:t> </a:t>
            </a:r>
            <a:r>
              <a:rPr lang="en-US" sz="2400" dirty="0" err="1"/>
              <a:t>từ</a:t>
            </a:r>
            <a:r>
              <a:rPr lang="en-US" sz="2400" dirty="0"/>
              <a:t> 1 </a:t>
            </a:r>
            <a:r>
              <a:rPr lang="en-US" sz="2400" dirty="0" err="1"/>
              <a:t>tới</a:t>
            </a:r>
            <a:r>
              <a:rPr lang="en-US" sz="2400" dirty="0"/>
              <a:t> N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đây</a:t>
            </a:r>
            <a:r>
              <a:rPr lang="en-US" sz="2400" dirty="0"/>
              <a:t>:</a:t>
            </a:r>
            <a:endParaRPr lang="en-GB" sz="2400" dirty="0"/>
          </a:p>
          <a:p>
            <a:pPr lvl="1"/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 </a:t>
            </a:r>
            <a:r>
              <a:rPr lang="en-US" sz="2400" dirty="0" err="1" smtClean="0"/>
              <a:t>Tongchan</a:t>
            </a:r>
            <a:r>
              <a:rPr lang="en-US" sz="2400" dirty="0" smtClean="0"/>
              <a:t>(N</a:t>
            </a:r>
            <a:r>
              <a:rPr lang="en-US" sz="2400" dirty="0"/>
              <a:t>, SN) </a:t>
            </a:r>
            <a:r>
              <a:rPr lang="en-US" sz="2400" dirty="0" err="1"/>
              <a:t>với</a:t>
            </a:r>
            <a:r>
              <a:rPr lang="en-US" sz="2400" dirty="0"/>
              <a:t> 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 smtClean="0"/>
              <a:t>chẵn</a:t>
            </a:r>
            <a:r>
              <a:rPr lang="en-US" sz="2400" dirty="0" smtClean="0"/>
              <a:t>, </a:t>
            </a:r>
            <a:r>
              <a:rPr lang="en-US" sz="2400" dirty="0"/>
              <a:t>SN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 smtClean="0"/>
              <a:t>chẵn</a:t>
            </a:r>
            <a:r>
              <a:rPr lang="en-US" sz="2400" dirty="0" smtClean="0"/>
              <a:t> </a:t>
            </a:r>
            <a:r>
              <a:rPr lang="en-US" sz="2400" dirty="0" err="1"/>
              <a:t>từ</a:t>
            </a:r>
            <a:r>
              <a:rPr lang="en-US" sz="2400" dirty="0"/>
              <a:t> 1 </a:t>
            </a:r>
            <a:r>
              <a:rPr lang="en-US" sz="2400" dirty="0" err="1"/>
              <a:t>đến</a:t>
            </a:r>
            <a:r>
              <a:rPr lang="en-US" sz="2400" dirty="0"/>
              <a:t> N</a:t>
            </a:r>
            <a:r>
              <a:rPr lang="en-US" sz="2400" dirty="0" smtClean="0"/>
              <a:t>;</a:t>
            </a:r>
          </a:p>
          <a:p>
            <a:pPr marL="457200" lvl="1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Tongchan</a:t>
            </a:r>
            <a:r>
              <a:rPr lang="en-US" sz="2400" dirty="0" smtClean="0"/>
              <a:t>(0,0):-!.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</a:t>
            </a:r>
            <a:r>
              <a:rPr lang="en-US" sz="2400" dirty="0" err="1" smtClean="0"/>
              <a:t>Tongchan</a:t>
            </a:r>
            <a:r>
              <a:rPr lang="en-US" sz="2400" dirty="0" smtClean="0"/>
              <a:t>(SN,N</a:t>
            </a:r>
            <a:r>
              <a:rPr lang="en-US" sz="2400" smtClean="0"/>
              <a:t>):- N&gt;1, </a:t>
            </a:r>
            <a:r>
              <a:rPr lang="en-US" sz="2400" dirty="0" smtClean="0"/>
              <a:t>N1=N-2, </a:t>
            </a:r>
            <a:r>
              <a:rPr lang="es-ES" sz="2400" dirty="0" err="1" smtClean="0"/>
              <a:t>Tongchan</a:t>
            </a:r>
            <a:r>
              <a:rPr lang="es-ES" sz="2400" dirty="0" smtClean="0"/>
              <a:t>(SN1,N1), SN=SN1+N</a:t>
            </a:r>
            <a:r>
              <a:rPr lang="en-US" sz="2400" dirty="0" smtClean="0"/>
              <a:t>  </a:t>
            </a:r>
            <a:endParaRPr lang="en-US" sz="2400" dirty="0"/>
          </a:p>
          <a:p>
            <a:pPr lvl="1"/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 Tong(N, SN) </a:t>
            </a:r>
            <a:r>
              <a:rPr lang="en-US" sz="2400" dirty="0" err="1"/>
              <a:t>với</a:t>
            </a:r>
            <a:r>
              <a:rPr lang="en-US" sz="2400" dirty="0"/>
              <a:t> 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bàn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, SN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 smtClean="0"/>
              <a:t>chẵn</a:t>
            </a:r>
            <a:r>
              <a:rPr lang="en-US" sz="2400" dirty="0" smtClean="0"/>
              <a:t>;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   </a:t>
            </a:r>
            <a:r>
              <a:rPr lang="en-US" sz="2400" dirty="0" smtClean="0"/>
              <a:t>Tong(SN,N</a:t>
            </a:r>
            <a:r>
              <a:rPr lang="en-US" sz="2400" dirty="0"/>
              <a:t>):- </a:t>
            </a:r>
            <a:r>
              <a:rPr lang="da-DK" sz="2400" dirty="0"/>
              <a:t>X mod 2 </a:t>
            </a:r>
            <a:r>
              <a:rPr lang="da-DK" sz="2400" dirty="0" smtClean="0"/>
              <a:t>&lt;&gt; 1, X&gt;1, </a:t>
            </a:r>
            <a:r>
              <a:rPr lang="da-DK" sz="2400" dirty="0"/>
              <a:t>X1=X-1, </a:t>
            </a:r>
            <a:r>
              <a:rPr lang="da-DK" sz="2400" dirty="0" smtClean="0"/>
              <a:t>Tongchan(SN,X1).</a:t>
            </a:r>
            <a:endParaRPr lang="da-DK" sz="2400" dirty="0"/>
          </a:p>
          <a:p>
            <a:pPr marL="457200" lvl="1" indent="0">
              <a:buNone/>
            </a:pPr>
            <a:r>
              <a:rPr lang="es-ES" sz="2400" dirty="0"/>
              <a:t>   </a:t>
            </a:r>
            <a:r>
              <a:rPr lang="es-ES" sz="2400" dirty="0" err="1" smtClean="0"/>
              <a:t>Tong</a:t>
            </a:r>
            <a:r>
              <a:rPr lang="es-ES" sz="2400" dirty="0" smtClean="0"/>
              <a:t>(SN,N):- </a:t>
            </a:r>
            <a:r>
              <a:rPr lang="es-ES" sz="2400" dirty="0"/>
              <a:t>X </a:t>
            </a:r>
            <a:r>
              <a:rPr lang="es-ES" sz="2400" dirty="0" err="1"/>
              <a:t>mod</a:t>
            </a:r>
            <a:r>
              <a:rPr lang="es-ES" sz="2400" dirty="0"/>
              <a:t> 2 =</a:t>
            </a:r>
            <a:r>
              <a:rPr lang="es-ES" sz="2400" dirty="0" smtClean="0"/>
              <a:t> </a:t>
            </a:r>
            <a:r>
              <a:rPr lang="es-ES" sz="2400" dirty="0"/>
              <a:t>0, X</a:t>
            </a:r>
            <a:r>
              <a:rPr lang="es-ES" sz="2400" dirty="0" smtClean="0"/>
              <a:t>&gt;=2</a:t>
            </a:r>
            <a:r>
              <a:rPr lang="es-ES" sz="2400" dirty="0"/>
              <a:t>, </a:t>
            </a:r>
            <a:r>
              <a:rPr lang="es-ES" sz="2400" dirty="0" err="1" smtClean="0"/>
              <a:t>Tongchan</a:t>
            </a:r>
            <a:r>
              <a:rPr lang="es-ES" sz="2400" dirty="0" smtClean="0"/>
              <a:t>(SN,N).</a:t>
            </a:r>
            <a:endParaRPr lang="en-GB" sz="2400" dirty="0"/>
          </a:p>
          <a:p>
            <a:pPr lvl="1"/>
            <a:r>
              <a:rPr lang="en-US" sz="2400" dirty="0" err="1"/>
              <a:t>Nhập</a:t>
            </a:r>
            <a:r>
              <a:rPr lang="en-US" sz="2400" dirty="0"/>
              <a:t> N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bàn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in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màn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SN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90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555</Words>
  <Application>Microsoft Office PowerPoint</Application>
  <PresentationFormat>On-screen Show (4:3)</PresentationFormat>
  <Paragraphs>60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Thực hành Prolog</vt:lpstr>
      <vt:lpstr>Bài tập 1</vt:lpstr>
      <vt:lpstr>Bài tập 2</vt:lpstr>
      <vt:lpstr>Bài tập 2</vt:lpstr>
      <vt:lpstr>Bài tập 3</vt:lpstr>
      <vt:lpstr>Bài tập 4</vt:lpstr>
      <vt:lpstr>Bài tập 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hành Prolog</dc:title>
  <dc:creator>Dell</dc:creator>
  <cp:lastModifiedBy>SinhVien</cp:lastModifiedBy>
  <cp:revision>9</cp:revision>
  <dcterms:created xsi:type="dcterms:W3CDTF">2013-03-10T06:46:22Z</dcterms:created>
  <dcterms:modified xsi:type="dcterms:W3CDTF">2017-03-11T03:57:21Z</dcterms:modified>
</cp:coreProperties>
</file>